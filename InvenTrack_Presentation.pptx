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892040"/>
            <a:ext cx="960120" cy="822960"/>
          </a:xfrm>
          <a:prstGeom prst="roundRect">
            <a:avLst>
              <a:gd name="adj" fmla="val 8889"/>
            </a:avLst>
          </a:prstGeom>
          <a:solidFill>
            <a:srgbClr val="1C7293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44200" y="4892040"/>
            <a:ext cx="960120" cy="822960"/>
          </a:xfrm>
          <a:prstGeom prst="roundRect">
            <a:avLst>
              <a:gd name="adj" fmla="val 8889"/>
            </a:avLst>
          </a:prstGeom>
          <a:solidFill>
            <a:srgbClr val="CADCFC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3977640"/>
            <a:ext cx="960120" cy="822960"/>
          </a:xfrm>
          <a:prstGeom prst="roundRect">
            <a:avLst>
              <a:gd name="adj" fmla="val 8889"/>
            </a:avLst>
          </a:prstGeom>
          <a:solidFill>
            <a:srgbClr val="1C7293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744200" y="4434840"/>
            <a:ext cx="960120" cy="822960"/>
          </a:xfrm>
          <a:prstGeom prst="roundRect">
            <a:avLst>
              <a:gd name="adj" fmla="val 8889"/>
            </a:avLst>
          </a:prstGeom>
          <a:solidFill>
            <a:srgbClr val="CADCFC">
              <a:alpha val="3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3317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INVENTRACK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Inventory &amp; Order Management System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Dashboard  ·  Real-Time Stock Visibility  ·  Full-Stack &amp; Cloud-Native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InvenTrack is a modern inventory and order management system designed for businesses to manage products, suppliers, purchases, sales, stock movements, and analytics from a centralized admin dashboard. It emphasizes scalability, security, and real-time inventory visibility.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0" y="1463040"/>
            <a:ext cx="429768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589520" y="1600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2240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Models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0" y="3063240"/>
            <a:ext cx="429768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0" y="32004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3840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Updates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0" y="4663440"/>
            <a:ext cx="429768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589520" y="4800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5440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InvenTrack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08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Inventory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659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products, suppliers, purchases and sales into one system of record.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15544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1508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Workflows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19659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purchase and sales processes end to end.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566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520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Stock Accuracy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9776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stock movement for audit-friendly operations.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35661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3566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3520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Analytics &amp; Access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39776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dashboard insights with role-based access, ready for future integrations.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InvenTrack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34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with JWT-based sessions.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4173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188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118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834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business performance metrics.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65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Supplier / Order Mgmt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834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across core business entities.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52560" y="14173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28116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811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Tracking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2834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 of stock levels across products.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617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Movement History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166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audit-friendly movement trail.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83280" y="374904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11880" y="3977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6118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566160" y="4617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566160" y="5166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and insights from order data.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17920" y="374904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46520" y="3977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46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QRY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0" y="4617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Filters &amp; Pagination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5166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retrieval across large datasets.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052560" y="374904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281160" y="3977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2811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235440" y="4617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9235440" y="5166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experience on any device.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InvenTrack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3749040"/>
          </a:xfrm>
          <a:prstGeom prst="roundRect">
            <a:avLst>
              <a:gd name="adj" fmla="val 2439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4028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394960" cy="3749040"/>
          </a:xfrm>
          <a:prstGeom prst="roundRect">
            <a:avLst>
              <a:gd name="adj" fmla="val 2439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3796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24028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Real-Time:  </a:t>
            </a:r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    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 </a:t>
            </a:r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class-validator / Zod     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Messaging:  </a:t>
            </a:r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InvenTrack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Data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98064" y="1879092"/>
            <a:ext cx="393192" cy="219456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3246120" y="155448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554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(NestJS)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95544" y="1879092"/>
            <a:ext cx="393192" cy="219456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0" y="155448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1554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93024" y="1879092"/>
            <a:ext cx="393192" cy="219456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8641080" y="155448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41080" y="1554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651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enables real-time updates for inventory changes across the client.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Data Models (PostgreSQL / Neon)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66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37560" y="356616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37560" y="3566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356616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26480" y="3566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15400" y="356616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15400" y="3566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8912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3891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PurchaseItem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337560" y="438912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37560" y="43891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438912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26480" y="43891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OrderItem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915400" y="438912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915400" y="43891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StockMovement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303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relations, indexes, enums, and transactional updates for inventory consistency.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InvenTrack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Supplier Reordering via WhatsApp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items are compiled and sent straight to suppliers — no manual emails or calls.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054096" y="2162556"/>
            <a:ext cx="246888" cy="201168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3337560" y="17373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173736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43016" y="2162556"/>
            <a:ext cx="246888" cy="201168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6126480" y="17373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73736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via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API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31936" y="2162556"/>
            <a:ext cx="246888" cy="201168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8915400" y="17373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15400" y="173736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Notified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8986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monitors inventory thresholds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337560" y="28986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items compiled into a PDF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28986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pushes the PDF using the WhatsApp Business API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28986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receives the order request instantly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8680" y="40233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48056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service flags products below their reorder threshold</a:t>
            </a:r>
            <a:endParaRPr lang="en-US" sz="125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PDF purchase request is generated on the server</a:t>
            </a:r>
            <a:endParaRPr lang="en-US" sz="125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PDF is sent to the supplier's WhatsApp number via the Business API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37947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583680" y="40233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448056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manual, error-prone reorder emails and phone calls</a:t>
            </a:r>
            <a:endParaRPr lang="en-US" sz="125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get a clear, itemized document instantly</a:t>
            </a:r>
            <a:endParaRPr lang="en-US" sz="125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restocking keeps inventory accuracy and uptime high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InvenTrack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2128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8712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8712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Authorization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5295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264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HDR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HTTP Headers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26480" y="22128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2648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22128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26480" y="28712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2648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28712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for Secrets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074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controls keep InvenTrack's data protected at every layer — from request validation to secret management.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InvenTrack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Cloudflare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9377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4389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deployed via Cloudflare Pages for global CDN delivery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deployed on a VPS or cloud platform behind HTTPS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hosted on Neon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provides DNS, SSL/TLS, caching &amp; DDoS protection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configured separately per service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06440" y="1417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8064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57900" y="1920240"/>
            <a:ext cx="0" cy="576072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737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pushed to the repository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06440" y="24963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0644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57900" y="2999232"/>
            <a:ext cx="0" cy="576072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24505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Pages Build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81635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React application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06440" y="357530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06440" y="3575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57900" y="4078224"/>
            <a:ext cx="0" cy="576072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352958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Delivery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89534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assets served from Cloudflare's global edge network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06440" y="465429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806440" y="4654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6085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Routing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497433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routed securely to the NestJS backend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InvenTrack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1577340" y="17830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773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603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Order Status Tracking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8" name="Shape 6"/>
          <p:cNvSpPr/>
          <p:nvPr/>
        </p:nvSpPr>
        <p:spPr>
          <a:xfrm>
            <a:off x="4411980" y="17830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119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5603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/ QR Support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7246620" y="17830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466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5603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Multi-Warehouse Management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52560" y="155448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81260" y="17830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812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25603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Forecasting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1577340" y="3794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57734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5720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Demand Prediction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83280" y="356616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24" name="Shape 22"/>
          <p:cNvSpPr/>
          <p:nvPr/>
        </p:nvSpPr>
        <p:spPr>
          <a:xfrm>
            <a:off x="4411980" y="3794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41198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520440" y="45720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356616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28" name="Shape 26"/>
          <p:cNvSpPr/>
          <p:nvPr/>
        </p:nvSpPr>
        <p:spPr>
          <a:xfrm>
            <a:off x="7246620" y="3794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24662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45720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Reports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052560" y="356616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32" name="Shape 30"/>
          <p:cNvSpPr/>
          <p:nvPr/>
        </p:nvSpPr>
        <p:spPr>
          <a:xfrm>
            <a:off x="10081260" y="3794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08126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RTY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189720" y="45720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 for Async Queues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InvenTrack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InvenTrack is a scalable full-stack inventory management solution built with modern web technologies and cloud deployment practices, suitable for small and medium businesses.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749040"/>
            <a:ext cx="1161288" cy="457200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74904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984248" y="3749040"/>
            <a:ext cx="950976" cy="457200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84248" y="374904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18104" y="37490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18104" y="3749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72584" y="3749040"/>
            <a:ext cx="950976" cy="457200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72584" y="374904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06440" y="37490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3749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60920" y="3749040"/>
            <a:ext cx="1266444" cy="457200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60920" y="3749040"/>
            <a:ext cx="1266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10244" y="3749040"/>
            <a:ext cx="1581912" cy="457200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10244" y="374904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API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InvenTrack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2026-09-17T08:47:15Z</dcterms:created>
  <dcterms:modified xsi:type="dcterms:W3CDTF">2026-09-17T08:47:15Z</dcterms:modified>
</cp:coreProperties>
</file>